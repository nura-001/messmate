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a web app that digitises the paper bazar notebook used in student messes.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motivation using your own hostel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Authorization is enforced on the server for every API route, not just hidden in the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Relationships: USERS 1-N MEALS, DEPOSITS, EXPENSES (addedBy) and NOTICES (authorId).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97280"/>
            <a:ext cx="1005840" cy="73152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2801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</a:t>
            </a:r>
            <a:pPr indent="0" marL="0">
              <a:buNone/>
            </a:pPr>
            <a:r>
              <a:rPr lang="en-US" sz="60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/ Mess Meal &amp; Expense Manager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91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Development Lab — Final Project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03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Nurjahan Akter   ·   ID: IT23045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 &amp; 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0" y="4800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MessMate  · 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34440"/>
            <a:ext cx="64008" cy="3383280"/>
          </a:xfrm>
          <a:prstGeom prst="rect">
            <a:avLst/>
          </a:prstGeom>
          <a:solidFill>
            <a:srgbClr val="2F7D52"/>
          </a:solidFill>
          <a:ln w="12700">
            <a:solidFill>
              <a:srgbClr val="2F7D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325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691640"/>
            <a:ext cx="3520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 messes track meals and bazar costs in a notebook. MessMate is a multi-user web app where members log meals, the manager approves expenses, and the system calculates the meal rate and every person's balance automatically.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234440"/>
            <a:ext cx="64008" cy="3200400"/>
          </a:xfrm>
          <a:prstGeom prst="rect">
            <a:avLst/>
          </a:prstGeom>
          <a:solidFill>
            <a:srgbClr val="C23B22"/>
          </a:solidFill>
          <a:ln w="12700">
            <a:solidFill>
              <a:srgbClr val="C23B2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64608" y="13258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169164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hisab is slow and error-prone. Meals get miscounted, receipts get lost, past entries can be changed quietly, and month-end arguments about who owes what are common.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0" y="4800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MessMate  ·  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Digitise daily meals, bazar expenses and member deposits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meal rate and each member's cost and balance automatically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access: Manager and Member, with secure login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 so only verified expenses affect the rate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monthly reports with CSV export and print view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interface that works on a phone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0" y="4800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MessMate  · 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64008" cy="1463040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371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7373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logout, hashed passwords, session cookie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280160"/>
            <a:ext cx="64008" cy="1463040"/>
          </a:xfrm>
          <a:prstGeom prst="rect">
            <a:avLst/>
          </a:prstGeom>
          <a:solidFill>
            <a:srgbClr val="2F7D52"/>
          </a:solidFill>
          <a:ln w="12700">
            <a:solidFill>
              <a:srgbClr val="2F7D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93008" y="1371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17373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set today/future; manager edits any date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280160"/>
            <a:ext cx="64008" cy="1463040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36208" y="1371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Bazar expenses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17373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→ approve/reject, search and filters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92608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926080"/>
            <a:ext cx="64008" cy="1463040"/>
          </a:xfrm>
          <a:prstGeom prst="rect">
            <a:avLst/>
          </a:prstGeom>
          <a:solidFill>
            <a:srgbClr val="2F7D52"/>
          </a:solidFill>
          <a:ln w="12700">
            <a:solidFill>
              <a:srgbClr val="2F7D5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3017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&amp; balance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3383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records payments; balances update live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292608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2926080"/>
            <a:ext cx="64008" cy="1463040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93008" y="3017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493008" y="3383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Per-member hisab, categories, CSV, print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5040" y="292608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2926080"/>
            <a:ext cx="64008" cy="1463040"/>
          </a:xfrm>
          <a:prstGeom prst="rect">
            <a:avLst/>
          </a:prstGeom>
          <a:solidFill>
            <a:srgbClr val="2F7D52"/>
          </a:solidFill>
          <a:ln w="12700">
            <a:solidFill>
              <a:srgbClr val="2F7D5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36208" y="3017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&amp; profile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236208" y="3383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Announcements, edit profile, change password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0" y="4800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MessMate  ·  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840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64008" cy="3017520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3716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(admin)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73736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deposits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or rejects bazar expenses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meals for any member and date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notices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members: role, activate, delete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mess name and breakfast weight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280160"/>
            <a:ext cx="64008" cy="3017520"/>
          </a:xfrm>
          <a:prstGeom prst="rect">
            <a:avLst/>
          </a:prstGeom>
          <a:solidFill>
            <a:srgbClr val="2F7D52"/>
          </a:solidFill>
          <a:ln w="12700">
            <a:solidFill>
              <a:srgbClr val="2F7D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64608" y="13716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173736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own meals for today or later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bazar expenses for approval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own deposits and balance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the shared monthly report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notices, edits own profile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0" y="4800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MessMate  ·  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645920" cy="5029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234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12344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(responsive + print) · Vanilla JavaScript · Fetch API · Canvas chart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1645920" cy="5029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874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187452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built-in http, crypto, fs · REST JSON API · custom router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1645920" cy="5029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331720" y="251460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JSON-file database with atomic writes (temp file → rename)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1645920" cy="5029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154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331720" y="315468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scrypt password hashing · HMAC-signed HttpOnly cookie · validation · escaping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1645920" cy="5029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794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331720" y="379476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· Render (hosting) · automated smoke tests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0" y="4800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MessMate  ·  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103120" cy="137160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45920"/>
            <a:ext cx="210312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JS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pages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20440" y="1645920"/>
            <a:ext cx="2103120" cy="1371600"/>
          </a:xfrm>
          <a:prstGeom prst="rect">
            <a:avLst/>
          </a:prstGeom>
          <a:solidFill>
            <a:srgbClr val="2F7D52"/>
          </a:solidFill>
          <a:ln w="12700">
            <a:solidFill>
              <a:srgbClr val="2F7D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645920"/>
            <a:ext cx="210312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server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· auth · rules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/api/*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92240" y="1645920"/>
            <a:ext cx="2103120" cy="1371600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645920"/>
            <a:ext cx="210312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database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meals · deposits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· notices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651760" y="2331720"/>
            <a:ext cx="868680" cy="0"/>
          </a:xfrm>
          <a:prstGeom prst="line">
            <a:avLst/>
          </a:prstGeom>
          <a:noFill/>
          <a:ln w="3175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623560" y="2331720"/>
            <a:ext cx="868680" cy="0"/>
          </a:xfrm>
          <a:prstGeom prst="line">
            <a:avLst/>
          </a:prstGeom>
          <a:noFill/>
          <a:ln w="3175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28600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JSON  +  session cookie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49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login → cookie verified on every request → role check → validate input → read/write data → JSON response → UI updates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(ER diagram)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0" y="4800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MessMate  ·  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566160" y="1188720"/>
            <a:ext cx="2011680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0" y="1188720"/>
            <a:ext cx="2011680" cy="292608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188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1517904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 (unique), phone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hash, salt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admin | member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active, createdAt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2194560" cy="1243584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188720"/>
            <a:ext cx="2194560" cy="292608"/>
          </a:xfrm>
          <a:prstGeom prst="rect">
            <a:avLst/>
          </a:prstGeom>
          <a:solidFill>
            <a:srgbClr val="2F7D52"/>
          </a:solidFill>
          <a:ln w="12700">
            <a:solidFill>
              <a:srgbClr val="2F7D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188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1517904"/>
            <a:ext cx="2057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(FK)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breakfast, lunch, dinner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1188720"/>
            <a:ext cx="2194560" cy="1024128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188720"/>
            <a:ext cx="2194560" cy="292608"/>
          </a:xfrm>
          <a:prstGeom prst="rect">
            <a:avLst/>
          </a:prstGeom>
          <a:solidFill>
            <a:srgbClr val="2F7D52"/>
          </a:solidFill>
          <a:ln w="12700">
            <a:solidFill>
              <a:srgbClr val="2F7D5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1188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1517904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(FK)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date, note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2468880" cy="1243584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017520"/>
            <a:ext cx="2468880" cy="292608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0175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346704"/>
            <a:ext cx="23317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category, amount, 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addedBy (FK)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pending | approved | rejected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3017520"/>
            <a:ext cx="2194560" cy="1243584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3017520"/>
            <a:ext cx="2194560" cy="292608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3017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3346704"/>
            <a:ext cx="2057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body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authorId (FK)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0" y="1737360"/>
            <a:ext cx="822960" cy="0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0" y="1737360"/>
            <a:ext cx="822960" cy="0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108960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→ many meals, deposits, expenses and notices (1 : N)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screenshots — dashboard &amp; report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0" y="4800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MessMate  ·  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21208" y="1207008"/>
            <a:ext cx="4032504" cy="2540889"/>
          </a:xfrm>
          <a:prstGeom prst="rect">
            <a:avLst/>
          </a:prstGeom>
          <a:solidFill>
            <a:srgbClr val="D9E0D3"/>
          </a:solidFill>
          <a:ln w="12700">
            <a:solidFill>
              <a:srgbClr val="D9E0D3"/>
            </a:solidFill>
            <a:prstDash val="solid"/>
          </a:ln>
        </p:spPr>
      </p:sp>
      <p:pic>
        <p:nvPicPr>
          <p:cNvPr id="7" name="Image 0" descr="s_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977640" cy="248602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90288" y="1207008"/>
            <a:ext cx="4032504" cy="2540889"/>
          </a:xfrm>
          <a:prstGeom prst="rect">
            <a:avLst/>
          </a:prstGeom>
          <a:solidFill>
            <a:srgbClr val="D9E0D3"/>
          </a:solidFill>
          <a:ln w="12700">
            <a:solidFill>
              <a:srgbClr val="D9E0D3"/>
            </a:solidFill>
            <a:prstDash val="solid"/>
          </a:ln>
        </p:spPr>
      </p:sp>
      <p:pic>
        <p:nvPicPr>
          <p:cNvPr id="9" name="Image 1" descr="s_repor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234440"/>
            <a:ext cx="3977640" cy="248602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38404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meal rate, my balance, today's meals, notices, spending chart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617720" y="38404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report: per-member cost, deposit and balance; CSV and print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screenshots — expenses, manager panel &amp; mobile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0" y="4800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MessMate  · 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21208" y="1207008"/>
            <a:ext cx="3346704" cy="2112264"/>
          </a:xfrm>
          <a:prstGeom prst="rect">
            <a:avLst/>
          </a:prstGeom>
          <a:solidFill>
            <a:srgbClr val="D9E0D3"/>
          </a:solidFill>
          <a:ln w="12700">
            <a:solidFill>
              <a:srgbClr val="D9E0D3"/>
            </a:solidFill>
            <a:prstDash val="solid"/>
          </a:ln>
        </p:spPr>
      </p:sp>
      <p:pic>
        <p:nvPicPr>
          <p:cNvPr id="7" name="Image 0" descr="s_expen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291840" cy="2057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950208" y="1207008"/>
            <a:ext cx="3346704" cy="2112264"/>
          </a:xfrm>
          <a:prstGeom prst="rect">
            <a:avLst/>
          </a:prstGeom>
          <a:solidFill>
            <a:srgbClr val="D9E0D3"/>
          </a:solidFill>
          <a:ln w="12700">
            <a:solidFill>
              <a:srgbClr val="D9E0D3"/>
            </a:solidFill>
            <a:prstDash val="solid"/>
          </a:ln>
        </p:spPr>
      </p:sp>
      <p:pic>
        <p:nvPicPr>
          <p:cNvPr id="9" name="Image 1" descr="s_adm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234440"/>
            <a:ext cx="3291840" cy="2057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424928" y="1207008"/>
            <a:ext cx="1197864" cy="2399479"/>
          </a:xfrm>
          <a:prstGeom prst="rect">
            <a:avLst/>
          </a:prstGeom>
          <a:solidFill>
            <a:srgbClr val="D9E0D3"/>
          </a:solidFill>
          <a:ln w="12700">
            <a:solidFill>
              <a:srgbClr val="D9E0D3"/>
            </a:solidFill>
            <a:prstDash val="solid"/>
          </a:ln>
        </p:spPr>
      </p:sp>
      <p:pic>
        <p:nvPicPr>
          <p:cNvPr id="11" name="Image 2" descr="s_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234440"/>
            <a:ext cx="1143000" cy="234461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8640" y="3383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Bazar approval workflow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3977640" y="3383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panel: roles &amp; settings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7452360" y="3840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0" y="4800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MessMate  · 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4023360" cy="310896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7160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7F9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meals = breakfast × 0.5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7F9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+ lunch + dinner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7F9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meal rate = approved expenses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7F9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÷ total weighted meals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7F9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   = member meals × rate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7F9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= deposit − cost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23444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router + 25 REST endpoints in plain Node.js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rules: members cannot edit past meals; member expenses start as pending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JSON writes keep the database file safe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front-end shell: one app.js + one script per page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automated API checks (npm test)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demonstration &amp; links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0" y="4800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MessMate  ·  12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3444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flow: register → login as Member → set meals → add expense (pending)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 Manager → approve expense → record deposit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Monthly Report → show new meal rate → download CSV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Manager Panel: change role, deactivate member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840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200400"/>
            <a:ext cx="64008" cy="11887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32918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6576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github.com/Nura-001/MessMate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320040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3200400"/>
            <a:ext cx="64008" cy="1188720"/>
          </a:xfrm>
          <a:prstGeom prst="rect">
            <a:avLst/>
          </a:prstGeom>
          <a:solidFill>
            <a:srgbClr val="2F7D52"/>
          </a:solidFill>
          <a:ln w="12700">
            <a:solidFill>
              <a:srgbClr val="2F7D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64608" y="32918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website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64608" y="36576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messmate-792b.onrender.com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0" y="4800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MessMate  · 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34440"/>
            <a:ext cx="64008" cy="1417320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3258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money maths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6916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all amounts to 2 decimals; test confirms member costs add up to total expense.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234440"/>
            <a:ext cx="64008" cy="1417320"/>
          </a:xfrm>
          <a:prstGeom prst="rect">
            <a:avLst/>
          </a:prstGeom>
          <a:solidFill>
            <a:srgbClr val="2F7D52"/>
          </a:solidFill>
          <a:ln w="12700">
            <a:solidFill>
              <a:srgbClr val="2F7D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10328" y="13258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tampering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10328" y="16916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Past-date meal edits blocked on the server, not just in the UI.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834640"/>
            <a:ext cx="64008" cy="1417320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29260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sessions without libraries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32918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HMAC-signed tokens in HttpOnly cookies using Node crypto.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283464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834640"/>
            <a:ext cx="64008" cy="1417320"/>
          </a:xfrm>
          <a:prstGeom prst="rect">
            <a:avLst/>
          </a:prstGeom>
          <a:solidFill>
            <a:srgbClr val="2F7D52"/>
          </a:solidFill>
          <a:ln w="12700">
            <a:solidFill>
              <a:srgbClr val="2F7D5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10328" y="29260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safety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910328" y="32918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a temp file then rename, so db.json is never half-written.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 &amp; 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0" y="4800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MessMate  ·  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email reminders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Guest-meal counts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Bazar duty roster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mobile app (PWA)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310896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32588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MessMate shows a complete full-stack workflow — front end, REST back end, database, authentication and role-based authorization — solving a real hostel problem with transparent, automatic accounting.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MessMate — Final Lab Project</dc:title>
  <dc:subject>PptxGenJS Presentation</dc:subject>
  <dc:creator>PptxGenJS</dc:creator>
  <cp:lastModifiedBy>PptxGenJS</cp:lastModifiedBy>
  <cp:revision>1</cp:revision>
  <dcterms:created xsi:type="dcterms:W3CDTF">2026-10-11T12:07:14Z</dcterms:created>
  <dcterms:modified xsi:type="dcterms:W3CDTF">2026-10-11T12:07:14Z</dcterms:modified>
</cp:coreProperties>
</file>